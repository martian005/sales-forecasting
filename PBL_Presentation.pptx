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031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Prediction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0175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Random Forest Classifier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predicts whether a student will Pass or Fail based on subject marks and attendance, using a Machine Learning classification model.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used: marks in Python, DBMS, CN, Maths, and OS, along with Attendance percentage.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Result (Pass / Fail), predicted from the above features.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Random Forest Classifier, an ensemble learning method that builds multiple decision trees and combines their output for better accuracy and reduced overfitting.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split into training (80%) and testing (20%) sets using stratified sampling, so the Pass/Fail ratio stays consistent in both sets.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random_state=42 is used for reproducibility, so results stay the same on every run.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is evaluated using accuracy score, compared on both training and testing data to check for overfitting.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(1/2)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47120" cy="56692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RandomForestClassifier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accuracy_score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student_performance_prediction(df):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Features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df[[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"Python", "DBMS", "CN",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"Maths", "OS", "Attendance"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]]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Target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= df["Result"]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Split data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X_train, X_test, y_train, y_test = train_test_split(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X, y, test_size=0.2,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random_state=42, stratify=y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(2/2)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47120" cy="56692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Random Forest Model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 = RandomForestClassifier(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n_estimators=100, random_state=42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model.fit(X_train, y_train)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y_pred = model.predict(X_test)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train_accuracy = model.score(X_train, y_train)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test_accuracy = accuracy_score(y_test, y_pred)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print("Train Accuracy:", train_accuracy)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print("Test Accuracy:", test_accuracy)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model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 Forest Train Accuracy: 1.0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 Forest Test Accuracy: 0.925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2026-10-04T19:47:39Z</dcterms:created>
  <dcterms:modified xsi:type="dcterms:W3CDTF">2026-10-04T19:47:39Z</dcterms:modified>
</cp:coreProperties>
</file>